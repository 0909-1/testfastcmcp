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64C7B-A3A4-45FF-9B80-FE22D63B7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94AF00-7499-4D26-BFCA-67C57EAD8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B5FEA4-B2B1-4D44-ADD7-1A61076B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507E-305F-4D52-B214-61E2B091C9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447B0B-C767-4B4E-B5AA-EF8DE479D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C5AC67-40D6-4021-A2FD-AEAA2061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0C4B-1746-4A5C-B640-49BD12FC8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04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FD780-021D-4DC1-8539-F2BB35AA2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387F7B-DB2F-4533-AA0F-111AD9E98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1F3BAD-A71B-4026-B111-BDA6FADDD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507E-305F-4D52-B214-61E2B091C9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1ECB37-2599-4373-8594-8B9FCA16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DAD67-6D1A-4B0E-9B5E-166EE1D4F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0C4B-1746-4A5C-B640-49BD12FC8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556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06C5E-151C-4604-808E-062AFC0D4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E94A2F-3321-4F17-876B-2855A018A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8F7324-2BAC-47C4-94B0-9A80E51AF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507E-305F-4D52-B214-61E2B091C9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AF7F4-3CA9-4B83-A6C8-17D9CB731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0568E3-1F49-412C-87D7-620EA5B94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0C4B-1746-4A5C-B640-49BD12FC8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459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C14738-F3BD-4A9E-81D5-58AE5E9D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EDC0BC-726C-47D3-AA6F-393CF6619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3FE8E7-6923-473F-8B18-F9732F093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FC6B58-1578-490B-A9E1-4A64DB052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507E-305F-4D52-B214-61E2B091C9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AB1677-1BA7-4A87-B734-A638BE31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84B97A-1E41-4AD8-9A6A-AB15D58A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0C4B-1746-4A5C-B640-49BD12FC8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12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CE07F5-89E5-4AC4-A513-4BF333407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E2DBAE-59B5-420C-82D2-1371B6102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3BB75B-CA23-4ECF-8E7A-C0AC42631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D5F6B7-7ABA-4DEE-B127-A9531F1DD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AF422C-20FD-420C-8DDD-264E0F6F81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962B13-CE65-4C3F-926E-72A38B46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507E-305F-4D52-B214-61E2B091C9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11E158-8803-4406-BA53-F4B4E915D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2DC936-DC02-4043-9E34-64B651960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0C4B-1746-4A5C-B640-49BD12FC8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56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D4935-BF24-4003-9091-7A9FEFB7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30C9E3-290E-483A-BE54-05DA4FB5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507E-305F-4D52-B214-61E2B091C9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07A460-0CF6-4581-8E71-624722EFA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C0E2DC-13FE-4325-916A-8ACB6A19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0C4B-1746-4A5C-B640-49BD12FC8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84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07EA67-F2F9-4D3C-8D5F-7EE8F3C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507E-305F-4D52-B214-61E2B091C9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CFB4BA-1EC2-41DF-B85F-00757AAB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2442B0-884D-4B00-9630-DEC0AFC6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0C4B-1746-4A5C-B640-49BD12FC8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9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91EB2-E826-4577-A85D-4FF2A5EB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BA59C5-1874-40E6-9CFD-4B851BFF3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48C29D-6D66-43AA-A71F-41DCB8CA8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B0530D-1DFA-48B4-A6F7-F86029CD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507E-305F-4D52-B214-61E2B091C9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7189F0-718B-4A7D-9027-2E8E9AA00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F18BD6-70F4-4EFC-8140-2A9B482D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0C4B-1746-4A5C-B640-49BD12FC8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102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A68627-424B-4F1E-92D0-DD2F770D8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7FB557B-6DF2-4EF4-9CF9-F7C3858D4B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09F5B3-B3D7-4AE2-8BBC-8ED832916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B6B2B7-8FE2-4AC6-B369-4B26E317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507E-305F-4D52-B214-61E2B091C9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FFFE0B-482A-456D-B990-D52B6A46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2007CE-D7BE-4E6D-99B6-A57890C61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0C4B-1746-4A5C-B640-49BD12FC8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30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B8DCE-69F3-4E5C-BB5D-CA409BCA2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D33187-7AD9-4F1E-9771-D804437D1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7402E-9EDB-46FC-9B44-173DC9245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507E-305F-4D52-B214-61E2B091C9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50388C-629D-4193-88A8-0041E0AD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34DE2C-54DE-4FEC-BF63-0B9BA26CC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0C4B-1746-4A5C-B640-49BD12FC8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81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1732C3-E248-4221-8D12-F5156FB6A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276D14-1697-4572-957F-812DECC58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8ACB89-843B-459E-8CCB-A6A824DB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507E-305F-4D52-B214-61E2B091C9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4AFAA4-F5CC-48BE-B51B-235F80A2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B0F470-1C75-423D-A386-5091ABBFA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0C4B-1746-4A5C-B640-49BD12FC8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46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7BE1D0-E5A9-49B0-96BA-32C3B1086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49FFE6-97B9-4CDE-98A5-E8E818208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FCBFD5-88D0-414F-83DA-DE547E2F9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E507E-305F-4D52-B214-61E2B091C93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9FDECD-09E1-457C-B4A7-527CD22B6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4C4F78-AA00-4BF8-ACFD-DB46AB7E8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50C4B-1746-4A5C-B640-49BD12FC86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462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http://127.0.0.1:8777/hit/ppt-ex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3ED9319-7F31-404E-B6E5-8ADD601DFF39}"/>
              </a:ext>
            </a:extLst>
          </p:cNvPr>
          <p:cNvPicPr>
            <a:picLocks noChangeAspect="1"/>
          </p:cNvPicPr>
          <p:nvPr/>
        </p:nvPicPr>
        <p:blipFill>
          <a:blip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0925"/>
            <a:ext cx="12192000" cy="495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4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A8EED2-5EA3-4DD8-A262-A9853077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9DBD8A-3EC8-41A8-AE6F-1E6A5644A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42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chang xiao</dc:creator>
  <cp:lastModifiedBy>chang xiao</cp:lastModifiedBy>
  <cp:revision>1</cp:revision>
  <dcterms:created xsi:type="dcterms:W3CDTF">2026-09-30T07:05:15Z</dcterms:created>
  <dcterms:modified xsi:type="dcterms:W3CDTF">2026-09-30T07:05:35Z</dcterms:modified>
</cp:coreProperties>
</file>