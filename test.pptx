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5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EAB24-2A17-A293-731B-A1EDCA316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1313FF-EE66-C08E-083E-3FFBAB460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067DE8-5B49-35BB-10AD-71D224DC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19F00-28E0-7076-9132-E4F75632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4854C4-6716-355C-6DA9-1EE472BD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0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4A471-8B06-F126-3502-FB417192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BBF639-1F12-4F61-1F3C-C7F8AB939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783B81-8B3B-C800-D7E1-8F2525E6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39E833-CEC0-D3BC-3992-3799BF98D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F9C9D-DB06-7C8C-F31C-393EF180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2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D7486-EDF4-C841-8C29-3FA0807D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F0881E-A3EC-94BD-0422-9D453F268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57A00-791B-D68C-5012-AFCF3272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B50E6E-514D-87D5-7E02-FAD13203D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4B089A-8CF7-5B86-DBE7-05215160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72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298F7-5E8B-45F1-FB8C-CCDD8B29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4B19D6-4659-81AD-07DF-11F47BA9C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4A7166-D9A1-CA3E-79E6-DE0493EF1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0CE41E-D524-50B8-1368-D94FADE4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F57C05-6777-0836-14E7-417261E6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D16C55-1400-BDC9-0A8A-46DBD7F8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70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6AD6E-FCE4-9CF5-D055-5506C2204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860B4F-BABC-EA4B-BBEA-23A2CA0E8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FED46D-A4FA-7215-C9D0-EA47C0000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AC504B-22C9-7D40-7744-09516E50A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5A843F-3D8B-C327-83CD-B3F9A5A02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09E7C5-FA18-1A27-A6D6-CBC9DA2F3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D17AA7-C573-9560-5867-214BC975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44046C-B81B-050E-508D-6AB30260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5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40873-9337-3295-9846-FB3AB8B6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BB8EAC-0551-EEAF-70F0-B362529A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240284-92B4-99B6-0E2A-33DCE1DE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FC2104-701A-1B1A-FACD-73B06467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0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3E5CF3-7134-A96A-C87F-4B481A5C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1F485C-1950-BB8A-3351-1A8EE1676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A064B0-DDCE-52DD-2EF6-60B31702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23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2D75D-E066-5B8D-77F5-9CB37877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63C820-0777-ACB2-4594-33E85382B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38A6CB-2563-FC9B-867B-7BC84ABAE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3268A3-93E3-10C6-DFCF-F6385A34E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5DC5EF-AC1A-63BB-BD53-AA8995F3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3F7730-EFE1-3467-087A-F28086D8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56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8E024-B563-96B1-0ABC-EB6563CE0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A52F97-2938-1B1F-8112-DADC07BED9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D80CCE-EB7C-D649-326F-38E912AC8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750AD4-A359-9506-520F-22452478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22CE10-2254-8363-9181-ED266CC2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4C8A64-0F67-A167-BECF-FE16FDFA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66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A4924-70A9-6789-7E21-5648513A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9227B7-3C7A-5F18-EBA8-46E596D0D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1A9956-1659-A14E-4EDA-30071DC8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622741-50C1-5A50-9287-1579F2D5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60CE66-4627-D891-DF8A-157CF7F5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61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594563-ED2C-68C8-D70F-5C60415B5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1F1302-AB4F-1A49-809B-BC932200E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A5A6D2-CD49-5645-DFA4-9028E582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D4C6A9-52F9-05B7-B200-EECA7E67B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1E9D51-BB59-4F36-4F21-E025AB3D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93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EF759E-A8F1-8D6A-70D5-3C3BB324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AE1DD0-2300-989F-CB3E-7F182ACC4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19D043-28FB-2F32-0167-54FB34C22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88D19-8311-4AAF-A710-99D58F296BC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48475-3B81-77BA-8D4B-9E373EC17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00C000-6220-64AF-DF07-C2FEDCA99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BD725-B0A8-4FC6-B15B-253411906D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46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2" Type="http://schemas.openxmlformats.org/officeDocument/2006/relationships/image" Target="http://127.0.0.1:8080/test.png" TargetMode="External"/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67A4B-A502-5FB3-4BB2-C4B8E414EA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3616DD-5651-72BC-F083-131082037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123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76CDDB-7827-B62A-F1D2-0E51A6E4AD07}"/>
              </a:ext>
            </a:extLst>
          </p:cNvPr>
          <p:cNvPicPr>
            <a:picLocks noChangeAspect="1"/>
          </p:cNvPicPr>
          <p:nvPr/>
        </p:nvPicPr>
        <p:blipFill>
          <a:blip r:link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72" y="1333392"/>
            <a:ext cx="10808255" cy="41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14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3DF5-2EAF-530A-F21D-856A7C440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07B52-5573-E9B1-1705-E59EF8E6C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47867A-8C3A-9C0C-79A3-C147F667A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036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xiao</dc:creator>
  <cp:lastModifiedBy>chang xiao</cp:lastModifiedBy>
  <cp:revision>1</cp:revision>
  <dcterms:created xsi:type="dcterms:W3CDTF">2026-10-16T01:26:38Z</dcterms:created>
  <dcterms:modified xsi:type="dcterms:W3CDTF">2026-10-16T01:28:56Z</dcterms:modified>
</cp:coreProperties>
</file>