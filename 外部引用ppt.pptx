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8DD99-CFBD-4E14-86BE-632D40B4E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6E8C90-5827-490F-9B00-EC32891F5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E71AD0-AD93-47D8-BF58-BEEFA926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96499-6975-45ED-A9AE-61116F3E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3FCC56-6D5F-4C2B-9A8D-062C0D7E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93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8D96A-71D3-4F78-A561-EF42023C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5F41D-73E5-488F-8389-387AB88C7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656183-EE2B-4BD6-A70E-6A0D8CC2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609D87-0292-4266-B8E3-CDA1F09B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01159-AE8F-4E93-8FE2-6D46D83E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978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3B108-BCE7-479E-A607-E6D8E761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21C00B-6EE1-4E59-A3C8-5A94AE3D1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C0812A-FBE5-47EC-A8A4-24B1D07D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0FF60D-5D87-4A49-91DB-10D6477D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30109-824A-44FD-B534-4D3A8558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92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2DAF8-961F-4C5D-B384-29E29148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C3AE6-BEAE-4A91-9DFD-8662D4671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58271D-F0D6-427E-96DF-61CB2C0D6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80872D-F294-487F-89C1-883077B3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AB9BBC-7982-4815-BF24-626BD507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BD1478-B867-43D0-8561-875E7B8B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48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C33D4-D6C2-422B-BCE4-2EDDE479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C39331-2391-4DF5-8652-19FEC75C0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D192F6-EEFC-42D5-B74B-360077E34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DDD8F7-8C5B-4C31-9BC2-D5B146F00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64A571-DBE9-4F73-82DA-66AFB88A4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8C3E81-9D69-423E-9960-89EFBADF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D5AED1-4527-4CA5-84BF-00599799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557E0F-E360-4572-AE6C-F1A8C0EA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7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2D8C0-211F-4CEE-A3F7-6291F4F2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95AED7-F22C-4AA8-817C-DC22FB76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17D051-39B0-4B9A-A33C-FD9C7FBF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94CDA6-D5BD-4963-9EFC-3DCB2014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69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B0A254-0109-40A9-9F78-ED2AE593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15EECA-2FF2-4E21-B9FD-50DFDC22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953256-7570-41C4-839B-E907EEBA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91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032D5-82CE-4883-9509-26BE14D5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5E582-18D2-4111-A658-EC2E78EC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FE81DA-15EE-444D-A8EB-C08843BB4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076B9D-3677-4FAA-BC81-2D18620F7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1C7CCC-B51D-43AC-8DB3-73995370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E5FF73-1DDB-4E14-9E87-B0B3B51A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5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3CA96-A471-4530-955A-D809C17B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28BDEC-EB98-45A3-8F1E-C2475C700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F27EB5-38BF-4AA5-B03E-9E27C24BF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38E70C-51A8-498A-AC26-F1A56BAE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D494EF-6D2A-44C4-B243-1DCAED92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A21535-8680-4FBE-99D0-74C169E2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87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43106-C702-455F-B0B4-3F8D37A8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18767A-7E87-41A4-B491-91938606B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616000-76DD-412F-ACA9-4B82E935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B9C62-403C-495F-9AE5-8F2CAABF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CB67F0-A6C3-41CB-85BF-09BFBD32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68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9C7F28-0AB9-4BD1-819B-6DBBC7EDB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53D14F-5254-43DD-93A2-12AAF66E2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49B7A-0774-4F38-8591-31395451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4985D3-2927-4A42-B746-64F16B13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A43E5-CAEC-4288-BF52-45671BB3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089D95-E2DC-4098-BD56-C31828F4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2B07DF-7055-4793-9121-065FD868D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1336A-1B00-4FEC-8778-323E350D8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98237-22E7-4ADC-802F-53B132AAD47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0E557-14AF-47A0-9387-3A116C061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A8CD-7751-47F9-9487-245375E66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8BC2F-8B2B-4C78-9EF7-4DBCE53F1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9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http://127.0.0.1:8000/test.pn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28CE5-C8D4-47A2-BA16-8E502F35C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29B550-D013-4FA9-92F6-00B99030A3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FF3ADA-B174-49E5-A1AF-3FBC37B1F912}"/>
              </a:ext>
            </a:extLst>
          </p:cNvPr>
          <p:cNvPicPr>
            <a:picLocks noChangeAspect="1"/>
          </p:cNvPicPr>
          <p:nvPr/>
        </p:nvPicPr>
        <p:blipFill>
          <a:blip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925"/>
            <a:ext cx="12192000" cy="495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6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 xiao</dc:creator>
  <cp:lastModifiedBy>chang xiao</cp:lastModifiedBy>
  <cp:revision>1</cp:revision>
  <dcterms:created xsi:type="dcterms:W3CDTF">2026-09-30T11:50:13Z</dcterms:created>
  <dcterms:modified xsi:type="dcterms:W3CDTF">2026-09-30T11:50:22Z</dcterms:modified>
</cp:coreProperties>
</file>